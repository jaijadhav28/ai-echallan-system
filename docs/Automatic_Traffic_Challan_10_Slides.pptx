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83480" cy="6858000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0"/>
            <a:ext cx="64008" cy="685800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9844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4C496"/>
                </a:solidFill>
                <a:latin typeface="Calibri"/>
                <a:ea typeface="Calibri"/>
                <a:cs typeface="Calibri"/>
              </a:rPr>
              <a:t>Final year project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737360"/>
            <a:ext cx="4297680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Automatic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Traffic Challan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1605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E3EB"/>
                </a:solidFill>
                <a:latin typeface="Calibri"/>
                <a:ea typeface="Calibri"/>
                <a:cs typeface="Calibri"/>
              </a:rPr>
              <a:t>API integration and backend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1264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B4C4"/>
                </a:solidFill>
                <a:latin typeface="Calibri"/>
                <a:ea typeface="Calibri"/>
                <a:cs typeface="Calibri"/>
              </a:rPr>
              <a:t>1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3258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What this talk is 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691640"/>
            <a:ext cx="612648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camera sees a violation. The backend reads the plate, finds the owner, decides the fine, and sends the notice.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24612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We'll walk through four things: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7033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703320"/>
            <a:ext cx="55778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How the plate gets read, and when we trust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2702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270248"/>
            <a:ext cx="55778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How we ask RTO who the vehicle belongs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48371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837176"/>
            <a:ext cx="55778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How the fine amount is picked from a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54041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404104"/>
            <a:ext cx="557784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How the owner is told, and how they 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Where this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An officer can't stand at every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2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17320"/>
            <a:ext cx="112471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Paper challans only work if someone is physically there to write them. Most of the time nobody is. And when a slip does get written, it is easy to lose, easy to delay, and the amount isn't always the same.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423160"/>
            <a:ext cx="3639312" cy="26060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423160"/>
            <a:ext cx="73152" cy="260604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Nobody is watching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One officer covers one junction. The signal two kilometres away is on its own, all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423160"/>
            <a:ext cx="3639312" cy="26060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423160"/>
            <a:ext cx="73152" cy="260604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The fine depends on the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2900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Same signal jump, two different amounts, because there is no shared rule being applied on the spot.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423160"/>
            <a:ext cx="3639312" cy="260604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423160"/>
            <a:ext cx="73152" cy="260604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Later, the story is gone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29000"/>
            <a:ext cx="32004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paper slip doesn't keep the photo, the owner lookup and the payment in one place. If someone disputes it, there isn't much to show.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5257800"/>
            <a:ext cx="11247120" cy="1051560"/>
          </a:xfrm>
          <a:prstGeom prst="roundRect">
            <a:avLst>
              <a:gd name="adj" fmla="val 6000"/>
            </a:avLst>
          </a:prstGeom>
          <a:solidFill>
            <a:srgbClr val="F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94960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So the aim is narrow. The camera flags the violation. The backend checks the plate, finds the owner, and issues the challan. A person only steps in when the system isn't 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An API is just how two programs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We never open the RTO database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3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17320"/>
            <a:ext cx="672084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We send a request: whose vehicle is MH15AB1234? Something on their side answers, usually in JSON. Neither program has to know how the other is written. That agreement is the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66751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REST,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081527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challan or a vehicle has its own URL. GET reads it. POST creates a new one. PUT changes one that already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931920"/>
            <a:ext cx="66751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Each call stands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224528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server doesn't remember the previous request. If we need the plate number again, we send it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5074920"/>
            <a:ext cx="66751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We sit in the middle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367528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website calls our backend. Our backend calls RTO, Aadhaar and the payment gateway. Same idea, two directions.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444752"/>
            <a:ext cx="4251960" cy="4160520"/>
          </a:xfrm>
          <a:prstGeom prst="roundRect">
            <a:avLst>
              <a:gd name="adj" fmla="val 6000"/>
            </a:avLst>
          </a:prstGeom>
          <a:solidFill>
            <a:srgbClr val="1E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62763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C98A"/>
                </a:solidFill>
                <a:latin typeface="Calibri"/>
                <a:ea typeface="Calibri"/>
                <a:cs typeface="Calibri"/>
              </a:rPr>
              <a:t>A challan, as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057400"/>
            <a:ext cx="38404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"challan_id": "CH10293",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"plate_no": "MH15AB1234",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"violation": "Signal Jump",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"amount": 1000,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"status": "PENDING"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09160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C5D2CC"/>
                </a:solidFill>
                <a:latin typeface="Calibri"/>
                <a:ea typeface="Calibri"/>
                <a:cs typeface="Calibri"/>
              </a:rPr>
              <a:t>This is what we store, and what the citizen app reads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Three parts, and only one of them touches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The app asks. The backend decides. The database just stores.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4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81328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481328"/>
            <a:ext cx="3639312" cy="91440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Camera and the citizen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34640"/>
            <a:ext cx="320040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They send a request and show the result. A camera posts a violation. A person opens their challan and pays. Neither of them is allowed to query the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81328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481328"/>
            <a:ext cx="3639312" cy="9144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Our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The middle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834640"/>
            <a:ext cx="320040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This is the part that checks the request, runs the fine rules, and calls the outside APIs. If something looks wrong, it stops here. It doesn't get written.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481328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481328"/>
            <a:ext cx="3639312" cy="91440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7373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423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Storage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834640"/>
            <a:ext cx="3200400" cy="1691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Vehicles, violations, challans, payments. Rows, with links between them. The website never connects to it directly. Only the backend writes.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493776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102352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Easy to mix up, so it's worth saying plainly. Our backend is a server for the website, and a client when it calls RTO or Razorpay. Same program, two roles. That's why we can change the screens without touching the fine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The requests we actually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Four HTTP methods. We really use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5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389888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82496"/>
            <a:ext cx="1234440" cy="475488"/>
          </a:xfrm>
          <a:prstGeom prst="roundRect">
            <a:avLst>
              <a:gd name="adj" fmla="val 30000"/>
            </a:avLst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499616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Read something. Nothing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65376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Has this fine been paid? Who owns this plate?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82496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4666"/>
                </a:solidFill>
                <a:latin typeface="Consolas"/>
                <a:ea typeface="Consolas"/>
                <a:cs typeface="Consolas"/>
              </a:rPr>
              <a:t>GET  /api/v1/challans/CH10293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596896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89503"/>
            <a:ext cx="1234440" cy="475488"/>
          </a:xfrm>
          <a:prstGeom prst="roundRect">
            <a:avLst>
              <a:gd name="adj" fmla="val 30000"/>
            </a:avLst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89503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706624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Create something new.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072384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camera reports a fresh event, or the user starts a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89503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4666"/>
                </a:solidFill>
                <a:latin typeface="Consolas"/>
                <a:ea typeface="Consolas"/>
                <a:cs typeface="Consolas"/>
              </a:rPr>
              <a:t>POST  /api/v1/violations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803904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96512"/>
            <a:ext cx="1234440" cy="475488"/>
          </a:xfrm>
          <a:prstGeom prst="roundRect">
            <a:avLst>
              <a:gd name="adj" fmla="val 30000"/>
            </a:avLst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913632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Change a challan that already exists.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279392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Mark it paid, or update it after an appeal.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9651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4666"/>
                </a:solidFill>
                <a:latin typeface="Consolas"/>
                <a:ea typeface="Consolas"/>
                <a:cs typeface="Consolas"/>
              </a:rPr>
              <a:t>PUT  /api/v1/challans/CH10293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010912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5303520"/>
            <a:ext cx="1234440" cy="475488"/>
          </a:xfrm>
          <a:prstGeom prst="roundRect">
            <a:avLst>
              <a:gd name="adj" fmla="val 30000"/>
            </a:avLst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120640"/>
            <a:ext cx="484632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The method exists. We almost don't use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486400"/>
            <a:ext cx="5029200" cy="47548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If it was issued by mistake, an officer voids it after looking at the photo. The row stays, so there is a record.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303520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4666"/>
                </a:solidFill>
                <a:latin typeface="Consolas"/>
                <a:ea typeface="Consolas"/>
                <a:cs typeface="Consolas"/>
              </a:rPr>
              <a:t>We don't wipe a fine.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The photo goes out. JSON comes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Plate text, violation type, and a confidence score. That's the whole reply.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6  /  10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490472"/>
            <a:ext cx="384048" cy="384048"/>
          </a:xfrm>
          <a:prstGeom prst="ellipse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Camera keeps the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0992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JPEG, plus time, place and which camera took it.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450592"/>
            <a:ext cx="384048" cy="384048"/>
          </a:xfrm>
          <a:prstGeom prst="ellipse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505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7744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Backend sends the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7004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POST to the AI API, either as a file upload or base64.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410712"/>
            <a:ext cx="384048" cy="384048"/>
          </a:xfrm>
          <a:prstGeom prst="ellipse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0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3756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Model does its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016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It reads the plate and tags the violation. We don't do OCR inside our own server.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370832"/>
            <a:ext cx="384048" cy="384048"/>
          </a:xfrm>
          <a:prstGeom prst="ellipse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708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9768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We read the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If the score is high enough, we carry on. If it isn't, we stop.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1417320"/>
            <a:ext cx="4526280" cy="2880360"/>
          </a:xfrm>
          <a:prstGeom prst="roundRect">
            <a:avLst>
              <a:gd name="adj" fmla="val 6000"/>
            </a:avLst>
          </a:prstGeom>
          <a:solidFill>
            <a:srgbClr val="1E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554480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C98A"/>
                </a:solidFill>
                <a:latin typeface="Calibri"/>
                <a:ea typeface="Calibri"/>
                <a:cs typeface="Calibri"/>
              </a:rPr>
              <a:t>What the AI API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901952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"plate_text": "MH15AB1234",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"violation_type": "signal_jump",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"confidence": 0.984,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  "bounding_box": [120, 85, 310, 160]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E7EEE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4462272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F3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4617720"/>
            <a:ext cx="4160520" cy="1508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0.90 or above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We go ahead and build the challan.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Under 0.90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It waits for a person. A muddy plate should not become a fine.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From a plate number to a rupee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Validation first. The fine is the last step, not the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7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38988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Drop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Two cameras often catch the same jump. Same plate, same spot, a few seconds apart: keep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5176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Check the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962656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Plate format, and whether confidence cleared 0.90. Fail either, and it doesn't move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13631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913631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Ask 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24527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plate is not the owner. The RTO API tells us who the vehicle is registered 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389888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1389888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Apply the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700784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Violation type, plus how many times this vehicle was fined in the last 12 months.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65176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Write the challan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962656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new id, the amount, and a link to the photo. Status starts as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13631"/>
            <a:ext cx="3657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913631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Tell them, and take 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224527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SMS or email with the amount. The same challan shows up on the portal to pay.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389888"/>
            <a:ext cx="3383280" cy="361188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536192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A worked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057400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Overspeeding, first time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₹1,000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Second time within a year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₹1,000  ×  1.5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=  ₹1,500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We still check that figure against the state schedule before saving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5212080"/>
            <a:ext cx="11292840" cy="1097280"/>
          </a:xfrm>
          <a:prstGeom prst="roundRect">
            <a:avLst>
              <a:gd name="adj" fmla="val 6000"/>
            </a:avLst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340096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Vehicle  →  Violation  →  Challan  → 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Each record points at the one before it. So a receipt can be traced back to the photo that started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We don't keep the government records ourselves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Every one of these is a separate call, with its own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8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1732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52704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RTO / Vahan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3794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Plate number in, owner out. Also RC status, insurance and PUC. This is the call we can't skip.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41732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52704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Aadhaar / e-KYC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83794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Only when we need to confirm identity for a proper notice. We don't pull it for every 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74320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5292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Payment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16382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Razorpay, UPI or net banking. We start the payment, they tell us if the money actually landed.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74320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85292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SMS and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16382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notice, the due date, and later the receipt. If this fails, the challan still exists. We retry the message.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06908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17880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e-Challan / Parivahan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48970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fine has to show up in the official record, not only in our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4069080"/>
            <a:ext cx="5623560" cy="1207008"/>
          </a:xfrm>
          <a:prstGeom prst="roundRect">
            <a:avLst>
              <a:gd name="adj" fmla="val 7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4178808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4489704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Pins the spot, and tells us the speed limit on that stretch. Overspeeding means nothing without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440680"/>
            <a:ext cx="112471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A vehicle lookup is usually back in 200–500 ms. If RTO doesn't answer, we try once more and then hold the challan. We do not guess the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155680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What actually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7665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The happy path is the short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Automatic Traffic Challan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870"/>
                </a:solidFill>
                <a:latin typeface="Calibri"/>
                <a:ea typeface="Calibri"/>
                <a:cs typeface="Calibri"/>
              </a:rPr>
              <a:t>9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41732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FFFDFB"/>
          </a:solidFill>
          <a:ln w="12700"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Errors we send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Bad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50008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plate is nonsense, or the JSON is missing a field.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44952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401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44952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Not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No API key, or the wrong one. RTO and Aadhaar both do this.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32504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32504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Not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25112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That challan id or that vehicle isn't in the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2005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5682A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0056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Our side 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312664"/>
            <a:ext cx="40233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Logged, not hidden. The caller should retry, not assume it worked.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38988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Night, rain, a dirty 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64208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OCR drops. That's why 0.90 exists. Those frames go to review, they don't become fines.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5000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RTO is down for an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24328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event sits in a queue. We don't drop it, and we don't invent an owner while we wait.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31012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The bike was sold last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584448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 registered owner isn't always the person who was riding. The record can lag.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7024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Two cameras, one offence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44568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Match on plate, place, and a short time window. Otherwise people get fined twice.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3036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334D"/>
                </a:solidFill>
                <a:latin typeface="Calibri"/>
                <a:ea typeface="Calibri"/>
                <a:cs typeface="Calibri"/>
              </a:rPr>
              <a:t>Someone will dispute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04688"/>
            <a:ext cx="5577840" cy="594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A3238"/>
                </a:solidFill>
                <a:latin typeface="Calibri"/>
                <a:ea typeface="Calibri"/>
                <a:cs typeface="Calibri"/>
              </a:rPr>
              <a:t>There has to be an appeal, with the photo attached. A fine nobody can question won't be trusted.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56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4C496"/>
                </a:solidFill>
                <a:latin typeface="Calibri"/>
                <a:ea typeface="Calibri"/>
                <a:cs typeface="Calibri"/>
              </a:rPr>
              <a:t>To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We didn't automate the judgement.
We automated the paperwork on the clear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4C49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Readable plate, known owner, amount already in the rule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163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Those go from the camera to an SMS without anyone retyping a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4C49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Blurry plate, RTO down, or the owner record doesn't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679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The case stops and waits. That pause is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4C49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720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Every fine that does go out can be traced.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1947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Photo, lookup, amount, payment. If it can't, it shouldn't have been 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CF8"/>
                </a:solidFill>
                <a:latin typeface="Calibri"/>
                <a:ea typeface="Calibri"/>
                <a:cs typeface="Calibri"/>
              </a:rPr>
              <a:t>Thank you.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E0E8"/>
                </a:solidFill>
                <a:latin typeface="Calibri"/>
                <a:ea typeface="Calibri"/>
                <a:cs typeface="Calibri"/>
              </a:rPr>
              <a:t>Happy to walk through any of the API calls.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2636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B4C4"/>
                </a:solidFill>
                <a:latin typeface="Calibri"/>
                <a:ea typeface="Calibri"/>
                <a:cs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Traffic Challan System — API &amp; Backend</dc:title>
  <dc:subject>10-slide seminar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